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9CBDC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566160" cy="3566160"/>
          </a:xfrm>
          <a:prstGeom prst="ellipse">
            <a:avLst/>
          </a:prstGeom>
          <a:solidFill>
            <a:srgbClr val="0057B8">
              <a:alpha val="65000"/>
            </a:srgbClr>
          </a:solidFill>
          <a:ln w="12700">
            <a:solidFill>
              <a:srgbClr val="4B92D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1920240"/>
            <a:ext cx="2194560" cy="2194560"/>
          </a:xfrm>
          <a:prstGeom prst="ellipse">
            <a:avLst/>
          </a:prstGeom>
          <a:solidFill>
            <a:srgbClr val="0C2340">
              <a:alpha val="95000"/>
            </a:srgbClr>
          </a:solidFill>
          <a:ln w="16510">
            <a:solidFill>
              <a:srgbClr val="F4B400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25880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Proposition des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interfaces &amp; contenus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94944" y="27889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9D9"/>
                </a:solidFill>
              </a:rPr>
              <a:t>Document de validation pour construire le site public de Hack Tank.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4944" y="3730752"/>
            <a:ext cx="2148840" cy="365760"/>
          </a:xfrm>
          <a:prstGeom prst="roundRect">
            <a:avLst>
              <a:gd name="adj" fmla="val 10000"/>
            </a:avLst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840480"/>
            <a:ext cx="2148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0C2340"/>
                </a:solidFill>
              </a:rPr>
              <a:t>A VALIDER EN REUNION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94944" y="58978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F4B400"/>
                </a:solidFill>
              </a:rPr>
              <a:t>HACK TANK / JCI SOUSSE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61738A"/>
                </a:solidFill>
              </a:rPr>
              <a:t>01 / OBJECTIF DE LA REUNION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33B"/>
                </a:solidFill>
              </a:rPr>
              <a:t>Decider ensemble de ce que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le visiteur voit, comprend et fait.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560320" cy="2029968"/>
          </a:xfrm>
          <a:prstGeom prst="rect">
            <a:avLst/>
          </a:prstGeom>
          <a:solidFill>
            <a:srgbClr val="0057B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97180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" y="33467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CONTENU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Quels textes, images et informations publier 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11296" y="2743200"/>
            <a:ext cx="2560320" cy="2029968"/>
          </a:xfrm>
          <a:prstGeom prst="rect">
            <a:avLst/>
          </a:prstGeom>
          <a:solidFill>
            <a:srgbClr val="FFFFFF"/>
          </a:solidFill>
          <a:ln w="8890">
            <a:solidFill>
              <a:srgbClr val="CFD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297180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12464" y="33467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0233B"/>
                </a:solidFill>
              </a:rPr>
              <a:t>INTERFACES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12464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B"/>
                </a:solidFill>
              </a:rPr>
              <a:t>Quels ecrans sont necessaires au parcours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82512" y="2743200"/>
            <a:ext cx="2560320" cy="2029968"/>
          </a:xfrm>
          <a:prstGeom prst="rect">
            <a:avLst/>
          </a:prstGeom>
          <a:solidFill>
            <a:srgbClr val="FFFFFF"/>
          </a:solidFill>
          <a:ln w="8890">
            <a:solidFill>
              <a:srgbClr val="CFD7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97180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0" y="33467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0233B"/>
                </a:solidFill>
              </a:rPr>
              <a:t>STYLE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B"/>
                </a:solidFill>
              </a:rPr>
              <a:t>Quelle impression doit laisser Hack Tank 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53728" y="2743200"/>
            <a:ext cx="2560320" cy="2029968"/>
          </a:xfrm>
          <a:prstGeom prst="rect">
            <a:avLst/>
          </a:prstGeom>
          <a:solidFill>
            <a:srgbClr val="FFFFFF"/>
          </a:solidFill>
          <a:ln w="8890">
            <a:solidFill>
              <a:srgbClr val="CFD7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54896" y="2971800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B8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454896" y="33467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0233B"/>
                </a:solidFill>
              </a:rPr>
              <a:t>PRIORITES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54896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B"/>
                </a:solidFill>
              </a:rPr>
              <a:t>Que lancer dans la premiere version du site 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" y="5486400"/>
            <a:ext cx="9966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1738A"/>
                </a:solidFill>
              </a:rPr>
              <a:t>A la fin de la reunion, nous aurons une liste claire de contenus a fournir et une direction d interface a produire.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9CBDC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FA8BF"/>
                </a:solidFill>
              </a:rPr>
              <a:t>02 / PLAN DU SITE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Les ecrans proposes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pour le site public.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23160"/>
            <a:ext cx="3401568" cy="1188720"/>
          </a:xfrm>
          <a:prstGeom prst="rect">
            <a:avLst/>
          </a:prstGeom>
          <a:solidFill>
            <a:srgbClr val="123454"/>
          </a:solidFill>
          <a:ln w="7620">
            <a:solidFill>
              <a:srgbClr val="315B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6243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52728" y="26060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ACCUEIL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9536" y="306324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1D2E2"/>
                </a:solidFill>
              </a:rPr>
              <a:t>Faire comprendre et donner envie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43984" y="2423160"/>
            <a:ext cx="3401568" cy="1188720"/>
          </a:xfrm>
          <a:prstGeom prst="rect">
            <a:avLst/>
          </a:prstGeom>
          <a:solidFill>
            <a:srgbClr val="F4B400"/>
          </a:solidFill>
          <a:ln w="7620">
            <a:solidFill>
              <a:srgbClr val="F4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6243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C2340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38344" y="26060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C2340"/>
                </a:solidFill>
              </a:rPr>
              <a:t>INSCRIPTION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45152" y="306324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2340"/>
                </a:solidFill>
              </a:rPr>
              <a:t>Collecter les candidatures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2423160"/>
            <a:ext cx="3401568" cy="1188720"/>
          </a:xfrm>
          <a:prstGeom prst="rect">
            <a:avLst/>
          </a:prstGeom>
          <a:solidFill>
            <a:srgbClr val="123454"/>
          </a:solidFill>
          <a:ln w="7620">
            <a:solidFill>
              <a:srgbClr val="315B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6243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823960" y="26060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PROGRAMME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30768" y="306324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1D2E2"/>
                </a:solidFill>
              </a:rPr>
              <a:t>Expliquer le deroulement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023360"/>
            <a:ext cx="3401568" cy="1188720"/>
          </a:xfrm>
          <a:prstGeom prst="rect">
            <a:avLst/>
          </a:prstGeom>
          <a:solidFill>
            <a:srgbClr val="123454"/>
          </a:solidFill>
          <a:ln w="7620">
            <a:solidFill>
              <a:srgbClr val="315B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224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52728" y="42062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TRACKS &amp; PRIX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466344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1D2E2"/>
                </a:solidFill>
              </a:rPr>
              <a:t>Orienter les idees et motiver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43984" y="4023360"/>
            <a:ext cx="3401568" cy="1188720"/>
          </a:xfrm>
          <a:prstGeom prst="rect">
            <a:avLst/>
          </a:prstGeom>
          <a:solidFill>
            <a:srgbClr val="123454"/>
          </a:solidFill>
          <a:ln w="7620">
            <a:solidFill>
              <a:srgbClr val="315B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4224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38344" y="42062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MENTORS &amp; JURY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5152" y="466344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1D2E2"/>
                </a:solidFill>
              </a:rPr>
              <a:t>Donner confiance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4023360"/>
            <a:ext cx="3401568" cy="1188720"/>
          </a:xfrm>
          <a:prstGeom prst="rect">
            <a:avLst/>
          </a:prstGeom>
          <a:solidFill>
            <a:srgbClr val="123454"/>
          </a:solidFill>
          <a:ln w="7620">
            <a:solidFill>
              <a:srgbClr val="315B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0768" y="4224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823960" y="42062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FAQ &amp; CONTACT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30768" y="466344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1D2E2"/>
                </a:solidFill>
              </a:rPr>
              <a:t>Lever les dernieres questions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5724144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B400"/>
                </a:solidFill>
              </a:rPr>
              <a:t>L'inscription est le seul ecran d'action obligatoire. Les autres ecrans accompagnent la decision de s'inscrire.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61738A"/>
                </a:solidFill>
              </a:rPr>
              <a:t>03 / INTERFACE - ACCUEIL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33B"/>
                </a:solidFill>
              </a:rPr>
              <a:t>L'accueil : une invitation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claire, forte et immediate.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2057400"/>
            <a:ext cx="5257800" cy="3401568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0160">
            <a:solidFill>
              <a:srgbClr val="C5D0DB"/>
            </a:solidFill>
            <a:prstDash val="solid"/>
          </a:ln>
          <a:effectLst>
            <a:outerShdw sx="100000" sy="100000" kx="0" ky="0" algn="bl" rotWithShape="0" blurRad="12700" dist="50800" dir="2700000">
              <a:srgbClr val="60738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2057400"/>
            <a:ext cx="5257800" cy="256032"/>
          </a:xfrm>
          <a:prstGeom prst="rect">
            <a:avLst/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2144268"/>
            <a:ext cx="50292" cy="50292"/>
          </a:xfrm>
          <a:prstGeom prst="ellipse">
            <a:avLst/>
          </a:prstGeom>
          <a:solidFill>
            <a:srgbClr val="E668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18504" y="2144268"/>
            <a:ext cx="50292" cy="502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2144268"/>
            <a:ext cx="50292" cy="50292"/>
          </a:xfrm>
          <a:prstGeom prst="ellipse">
            <a:avLst/>
          </a:prstGeom>
          <a:solidFill>
            <a:srgbClr val="48A4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39696"/>
            <a:ext cx="4572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1738A"/>
                </a:solidFill>
              </a:rPr>
              <a:t>hacktank.jci-sousse.org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6099048" y="2322576"/>
            <a:ext cx="5221224" cy="310896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57860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HACK TANK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382512" y="3090672"/>
            <a:ext cx="2651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Make the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unthinkable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useful.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9144000" y="2880360"/>
            <a:ext cx="1691640" cy="1691640"/>
          </a:xfrm>
          <a:prstGeom prst="ellipse">
            <a:avLst/>
          </a:prstGeom>
          <a:solidFill>
            <a:srgbClr val="0057B8">
              <a:alpha val="70000"/>
            </a:srgbClr>
          </a:solidFill>
          <a:ln w="12700">
            <a:solidFill>
              <a:srgbClr val="69A8E5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4572000"/>
            <a:ext cx="1298448" cy="329184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4681728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C2340"/>
                </a:solidFill>
              </a:rPr>
              <a:t>S'INSCRIRE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58368" y="22677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57B8"/>
                </a:solidFill>
              </a:rPr>
              <a:t>CONTENU A FOURNIR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" y="2752344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688336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B"/>
                </a:solidFill>
              </a:rPr>
              <a:t>Une phrase courte de promesse : pourquoi participer 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3310128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246120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B"/>
                </a:solidFill>
              </a:rPr>
              <a:t>Date, heure, lieu et format de l'evenement.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3867912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803904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B"/>
                </a:solidFill>
              </a:rPr>
              <a:t>Un bouton principal : Inscrire mon equipe ou Je participe.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" y="4425696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361688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33B"/>
                </a:solidFill>
              </a:rPr>
              <a:t>Une photo ou une video authentique de la communaute JCI.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" y="5257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8"/>
                </a:solidFill>
              </a:rPr>
              <a:t>Question de validation : quelle est la phrase que chaque visiteur doit retenir en 5 secondes 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61738A"/>
                </a:solidFill>
              </a:rPr>
              <a:t>04 / INTERFACE - INFORMATIONS EVENEMENT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33B"/>
                </a:solidFill>
              </a:rPr>
              <a:t>Les contenus qui font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passer de “interesse” a “inscrit”.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5230368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0D9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5328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25296" y="24505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57B8"/>
                </a:solidFill>
              </a:rPr>
              <a:t>LE CONCEPT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4600" y="2450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A"/>
                </a:solidFill>
              </a:rPr>
              <a:t>Le probleme, l'ambition de Hack Tank et l'impact attendu.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2267712"/>
            <a:ext cx="5230368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0D9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53288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48856" y="24505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57B8"/>
                </a:solidFill>
              </a:rPr>
              <a:t>LE PROGRAMME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38160" y="2450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A"/>
                </a:solidFill>
              </a:rPr>
              <a:t>Heures, etapes, repas, mentoring, pitch et remise des prix.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255264"/>
            <a:ext cx="5230368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0D9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52044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25296" y="34381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57B8"/>
                </a:solidFill>
              </a:rPr>
              <a:t>LES TRACKS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343814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A"/>
                </a:solidFill>
              </a:rPr>
              <a:t>Les themes officiels et leurs exemples de defis.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63640" y="3255264"/>
            <a:ext cx="5230368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0D9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52044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48856" y="34381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57B8"/>
                </a:solidFill>
              </a:rPr>
              <a:t>LES PRIX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38160" y="343814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A"/>
                </a:solidFill>
              </a:rPr>
              <a:t>Montants, avantages, opportunites apres le hackathon.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242816"/>
            <a:ext cx="5230368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0D9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5079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25296" y="44256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57B8"/>
                </a:solidFill>
              </a:rPr>
              <a:t>LES MENTORS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4600" y="44256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A"/>
                </a:solidFill>
              </a:rPr>
              <a:t>Photos, noms, fonctions, entreprises et expertises.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4242816"/>
            <a:ext cx="5230368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0D9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45079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B400"/>
                </a:solidFill>
              </a:rPr>
              <a:t>06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48856" y="44256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57B8"/>
                </a:solidFill>
              </a:rPr>
              <a:t>LES PARTENAIRES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44256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A"/>
                </a:solidFill>
              </a:rPr>
              <a:t>Logos, niveau de partenariat et liens si convenu.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" y="562356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1738A"/>
                </a:solidFill>
              </a:rPr>
              <a:t>Principe : aucune section ne doit etre remplie avec des suppositions. Chaque bloc doit avoir un responsable de contenu.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9CBDC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FA8BF"/>
                </a:solidFill>
              </a:rPr>
              <a:t>05 / INTERFACE - INSCRIPTION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L'inscription : simple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meme pour une personne sans equipe.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121408"/>
            <a:ext cx="498348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0160">
            <a:solidFill>
              <a:srgbClr val="C5D0DB"/>
            </a:solidFill>
            <a:prstDash val="solid"/>
          </a:ln>
          <a:effectLst>
            <a:outerShdw sx="100000" sy="100000" kx="0" ky="0" algn="bl" rotWithShape="0" blurRad="12700" dist="50800" dir="2700000">
              <a:srgbClr val="60738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121408"/>
            <a:ext cx="4983480" cy="256032"/>
          </a:xfrm>
          <a:prstGeom prst="rect">
            <a:avLst/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2208276"/>
            <a:ext cx="50292" cy="50292"/>
          </a:xfrm>
          <a:prstGeom prst="ellipse">
            <a:avLst/>
          </a:prstGeom>
          <a:solidFill>
            <a:srgbClr val="E668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2208276"/>
            <a:ext cx="50292" cy="502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" y="2208276"/>
            <a:ext cx="50292" cy="50292"/>
          </a:xfrm>
          <a:prstGeom prst="ellipse">
            <a:avLst/>
          </a:prstGeom>
          <a:solidFill>
            <a:srgbClr val="48A4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203704"/>
            <a:ext cx="4297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1738A"/>
                </a:solidFill>
              </a:rPr>
              <a:t>inscription - Hack Tank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704088" y="2377440"/>
            <a:ext cx="1920240" cy="3337560"/>
          </a:xfrm>
          <a:prstGeom prst="rect">
            <a:avLst/>
          </a:prstGeom>
          <a:solidFill>
            <a:srgbClr val="DDE8F1"/>
          </a:solidFill>
          <a:ln w="12700">
            <a:solidFill>
              <a:srgbClr val="DDE8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816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Bring the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spark.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9264" y="3749040"/>
            <a:ext cx="1325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57B8"/>
                </a:solidFill>
              </a:rPr>
              <a:t>01 Participant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969264" y="4041648"/>
            <a:ext cx="1325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1738A"/>
                </a:solidFill>
              </a:rPr>
              <a:t>02 Profil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969264" y="4334256"/>
            <a:ext cx="1325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1738A"/>
                </a:solidFill>
              </a:rPr>
              <a:t>03 Competences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969264" y="4626864"/>
            <a:ext cx="1325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1738A"/>
                </a:solidFill>
              </a:rPr>
              <a:t>04 Equipe &amp; idee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969264" y="4919472"/>
            <a:ext cx="13258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1738A"/>
                </a:solidFill>
              </a:rPr>
              <a:t>05 Validation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2971800" y="2743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Commencons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</a:rPr>
              <a:t>par vous.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71800" y="359359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1738A"/>
                </a:solidFill>
              </a:rPr>
              <a:t>Prenom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2971800" y="3886200"/>
            <a:ext cx="868680" cy="0"/>
          </a:xfrm>
          <a:prstGeom prst="line">
            <a:avLst/>
          </a:prstGeom>
          <a:noFill/>
          <a:ln w="5080">
            <a:solidFill>
              <a:srgbClr val="AAB6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0792" y="359359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1738A"/>
                </a:solidFill>
              </a:rPr>
              <a:t>Nom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4050792" y="3886200"/>
            <a:ext cx="868680" cy="0"/>
          </a:xfrm>
          <a:prstGeom prst="line">
            <a:avLst/>
          </a:prstGeom>
          <a:noFill/>
          <a:ln w="5080">
            <a:solidFill>
              <a:srgbClr val="AAB6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4215384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1738A"/>
                </a:solidFill>
              </a:rPr>
              <a:t>Email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2971800" y="4507992"/>
            <a:ext cx="868680" cy="0"/>
          </a:xfrm>
          <a:prstGeom prst="line">
            <a:avLst/>
          </a:prstGeom>
          <a:noFill/>
          <a:ln w="5080">
            <a:solidFill>
              <a:srgbClr val="AAB6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0792" y="4215384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1738A"/>
                </a:solidFill>
              </a:rPr>
              <a:t>Telephone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4050792" y="4507992"/>
            <a:ext cx="868680" cy="0"/>
          </a:xfrm>
          <a:prstGeom prst="line">
            <a:avLst/>
          </a:prstGeom>
          <a:noFill/>
          <a:ln w="5080">
            <a:solidFill>
              <a:srgbClr val="AAB6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7640" y="5175504"/>
            <a:ext cx="1024128" cy="25603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96512" y="5257800"/>
            <a:ext cx="8229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" b="1" dirty="0">
                <a:solidFill>
                  <a:srgbClr val="0C2340"/>
                </a:solidFill>
              </a:rPr>
              <a:t>CONTINUER</a:t>
            </a:r>
            <a:endParaRPr lang="en-US" sz="480" dirty="0"/>
          </a:p>
        </p:txBody>
      </p:sp>
      <p:sp>
        <p:nvSpPr>
          <p:cNvPr id="32" name="Text 30"/>
          <p:cNvSpPr/>
          <p:nvPr/>
        </p:nvSpPr>
        <p:spPr>
          <a:xfrm>
            <a:off x="6236208" y="23042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4B400"/>
                </a:solidFill>
              </a:rPr>
              <a:t>DECISIONS DE CONTENU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36208" y="2807208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2743200"/>
            <a:ext cx="4617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</a:rPr>
              <a:t>Quels champs sont obligatoires ?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36208" y="3364992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3300984"/>
            <a:ext cx="4617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</a:rPr>
              <a:t>L idee de projet est-elle obligatoire ou facultative ?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36208" y="3922776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3858768"/>
            <a:ext cx="4617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</a:rPr>
              <a:t>Comment identifier une equipe deja formee ?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36208" y="4480560"/>
            <a:ext cx="91440" cy="914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4416552"/>
            <a:ext cx="4617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</a:rPr>
              <a:t>Quels consentements : reglement, donnees, droit a image ?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36208" y="5138928"/>
            <a:ext cx="4754880" cy="502920"/>
          </a:xfrm>
          <a:prstGeom prst="rect">
            <a:avLst/>
          </a:prstGeom>
          <a:solidFill>
            <a:srgbClr val="173B5E"/>
          </a:solidFill>
          <a:ln w="12700">
            <a:solidFill>
              <a:srgbClr val="315E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5321808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400"/>
                </a:solidFill>
              </a:rPr>
              <a:t>Objectif : moins de 5 minutes pour terminer une candidature.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61738A"/>
                </a:solidFill>
              </a:rPr>
              <a:t>06 / INTERFACES - CONFIANCE ET MOTIVATION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33B"/>
                </a:solidFill>
              </a:rPr>
              <a:t>Tracks, prix et personnes :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les elements qui rendent Hack Tank credible.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87168"/>
            <a:ext cx="3401568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487168"/>
            <a:ext cx="3401568" cy="128016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9077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57B8"/>
                </a:solidFill>
              </a:rPr>
              <a:t>TRACKS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B"/>
                </a:solidFill>
              </a:rPr>
              <a:t>6 cartes visuelles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3977640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738A"/>
                </a:solidFill>
              </a:rPr>
              <a:t>Nom du theme, defi, exemple de solution.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4626864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50" kern="0" dirty="0">
                <a:solidFill>
                  <a:srgbClr val="0057B8"/>
                </a:solidFill>
              </a:rPr>
              <a:t>A FOURNIR PAR L ORGANISATION</a:t>
            </a:r>
            <a:endParaRPr lang="en-US" sz="670" dirty="0"/>
          </a:p>
        </p:txBody>
      </p:sp>
      <p:sp>
        <p:nvSpPr>
          <p:cNvPr id="14" name="Shape 12"/>
          <p:cNvSpPr/>
          <p:nvPr/>
        </p:nvSpPr>
        <p:spPr>
          <a:xfrm>
            <a:off x="4462272" y="2487168"/>
            <a:ext cx="3401568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2487168"/>
            <a:ext cx="3401568" cy="12801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29077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B400"/>
                </a:solidFill>
              </a:rPr>
              <a:t>PRIX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0872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B"/>
                </a:solidFill>
              </a:rPr>
              <a:t>Podium lisible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90872" y="3977640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738A"/>
                </a:solidFill>
              </a:rPr>
              <a:t>Montants, cadeaux, accompagnement apres evenement.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0872" y="4626864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50" kern="0" dirty="0">
                <a:solidFill>
                  <a:srgbClr val="0057B8"/>
                </a:solidFill>
              </a:rPr>
              <a:t>A FOURNIR PAR L ORGANISATION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8266176" y="2487168"/>
            <a:ext cx="3401568" cy="2606040"/>
          </a:xfrm>
          <a:prstGeom prst="rect">
            <a:avLst/>
          </a:prstGeom>
          <a:solidFill>
            <a:srgbClr val="FFFFFF"/>
          </a:solidFill>
          <a:ln w="8890">
            <a:solidFill>
              <a:srgbClr val="CDD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2487168"/>
            <a:ext cx="3401568" cy="128016"/>
          </a:xfrm>
          <a:prstGeom prst="rect">
            <a:avLst/>
          </a:prstGeom>
          <a:solidFill>
            <a:srgbClr val="48A47C"/>
          </a:solidFill>
          <a:ln w="12700">
            <a:solidFill>
              <a:srgbClr val="48A4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4776" y="29077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8A47C"/>
                </a:solidFill>
              </a:rPr>
              <a:t>MENTORS &amp; JURY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94776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B"/>
                </a:solidFill>
              </a:rPr>
              <a:t>Profils authentiques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94776" y="3977640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738A"/>
                </a:solidFill>
              </a:rPr>
              <a:t>Photo, nom, role, entreprise, expertise.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94776" y="4626864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50" kern="0" dirty="0">
                <a:solidFill>
                  <a:srgbClr val="0057B8"/>
                </a:solidFill>
              </a:rPr>
              <a:t>A FOURNIR PAR L ORGANISATION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9CBDC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FA8BF"/>
                </a:solidFill>
              </a:rPr>
              <a:t>07 / CHOIX VISUEL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Trois directions visuelles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a soumettre au responsable.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423160"/>
            <a:ext cx="3429000" cy="2606040"/>
          </a:xfrm>
          <a:prstGeom prst="rect">
            <a:avLst/>
          </a:prstGeom>
          <a:solidFill>
            <a:srgbClr val="123454"/>
          </a:solidFill>
          <a:ln w="8890">
            <a:solidFill>
              <a:srgbClr val="3561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7B8"/>
                </a:solidFill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86968" y="32735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STARTUP PREMIUM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" y="3803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4"/>
                </a:solidFill>
              </a:rPr>
              <a:t>Minimal, ambitieux, international.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" y="4498848"/>
            <a:ext cx="2651760" cy="54864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423160"/>
            <a:ext cx="3429000" cy="2606040"/>
          </a:xfrm>
          <a:prstGeom prst="rect">
            <a:avLst/>
          </a:prstGeom>
          <a:solidFill>
            <a:srgbClr val="123454"/>
          </a:solidFill>
          <a:ln w="8890">
            <a:solidFill>
              <a:srgbClr val="3561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400"/>
                </a:solidFill>
              </a:rPr>
              <a:t>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09160" y="32735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TECH FUTURISTE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3803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4"/>
                </a:solidFill>
              </a:rPr>
              <a:t>Grilles, mouvement, IA, energie.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4498848"/>
            <a:ext cx="2651760" cy="54864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2752" y="2423160"/>
            <a:ext cx="3429000" cy="2606040"/>
          </a:xfrm>
          <a:prstGeom prst="rect">
            <a:avLst/>
          </a:prstGeom>
          <a:solidFill>
            <a:srgbClr val="123454"/>
          </a:solidFill>
          <a:ln w="8890">
            <a:solidFill>
              <a:srgbClr val="3561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6848"/>
                </a:solidFill>
              </a:rPr>
              <a:t>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31352" y="32735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COMMUNAUTE VIVANTE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31352" y="3803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4"/>
                </a:solidFill>
              </a:rPr>
              <a:t>Photos, humains, couleur, chaleur.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31352" y="4498848"/>
            <a:ext cx="2651760" cy="54864"/>
          </a:xfrm>
          <a:prstGeom prst="rect">
            <a:avLst/>
          </a:prstGeom>
          <a:solidFill>
            <a:srgbClr val="E66848"/>
          </a:solidFill>
          <a:ln w="12700">
            <a:solidFill>
              <a:srgbClr val="E668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5778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400"/>
                </a:solidFill>
              </a:rPr>
              <a:t>Recommandation : A + B, avec de vraies photos JCI pour garder une dimension humaine.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233B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1738A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61738A"/>
                </a:solidFill>
              </a:rPr>
              <a:t>08 / LISTE DES CONTENUS A FOURNIR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33B"/>
                </a:solidFill>
              </a:rPr>
              <a:t>Ce dont nous avons besoin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pour finaliser les interfaces.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5138928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7620">
            <a:solidFill>
              <a:srgbClr val="CDD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386584"/>
            <a:ext cx="173736" cy="173736"/>
          </a:xfrm>
          <a:prstGeom prst="ellipse">
            <a:avLst/>
          </a:prstGeom>
          <a:solidFill>
            <a:srgbClr val="DCEAF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404872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33B"/>
                </a:solidFill>
              </a:rPr>
              <a:t>Nom, slogan et description officielle de Hack Tank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953512"/>
            <a:ext cx="5138928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7620">
            <a:solidFill>
              <a:srgbClr val="CDD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3099816"/>
            <a:ext cx="173736" cy="173736"/>
          </a:xfrm>
          <a:prstGeom prst="ellipse">
            <a:avLst/>
          </a:prstGeom>
          <a:solidFill>
            <a:srgbClr val="DCEAF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118104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33B"/>
                </a:solidFill>
              </a:rPr>
              <a:t>Date, lieu precis, horaires et programme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5138928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7620">
            <a:solidFill>
              <a:srgbClr val="CDD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3813048"/>
            <a:ext cx="173736" cy="173736"/>
          </a:xfrm>
          <a:prstGeom prst="ellipse">
            <a:avLst/>
          </a:prstGeom>
          <a:solidFill>
            <a:srgbClr val="DCEAF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831336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33B"/>
                </a:solidFill>
              </a:rPr>
              <a:t>Reglement, conditions de participation et contacts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4379976"/>
            <a:ext cx="5138928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7620">
            <a:solidFill>
              <a:srgbClr val="CDD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" y="4526280"/>
            <a:ext cx="173736" cy="173736"/>
          </a:xfrm>
          <a:prstGeom prst="ellipse">
            <a:avLst/>
          </a:prstGeom>
          <a:solidFill>
            <a:srgbClr val="DCEAF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544568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33B"/>
                </a:solidFill>
              </a:rPr>
              <a:t>Tracks definitifs, prix et criteres de jugement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36208" y="2240280"/>
            <a:ext cx="5138928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7620">
            <a:solidFill>
              <a:srgbClr val="CDD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386584"/>
            <a:ext cx="173736" cy="173736"/>
          </a:xfrm>
          <a:prstGeom prst="ellipse">
            <a:avLst/>
          </a:prstGeom>
          <a:solidFill>
            <a:srgbClr val="DCEAF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2404872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33B"/>
                </a:solidFill>
              </a:rPr>
              <a:t>Logos JCI et logos sponsors en bonne qualite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36208" y="2953512"/>
            <a:ext cx="5138928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7620">
            <a:solidFill>
              <a:srgbClr val="CDD6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099816"/>
            <a:ext cx="173736" cy="173736"/>
          </a:xfrm>
          <a:prstGeom prst="ellipse">
            <a:avLst/>
          </a:prstGeom>
          <a:solidFill>
            <a:srgbClr val="DCEAF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3118104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33B"/>
                </a:solidFill>
              </a:rPr>
              <a:t>Photos, noms, roles et bios de mentors / jury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36208" y="3666744"/>
            <a:ext cx="5138928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7620">
            <a:solidFill>
              <a:srgbClr val="CDD6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813048"/>
            <a:ext cx="173736" cy="173736"/>
          </a:xfrm>
          <a:prstGeom prst="ellipse">
            <a:avLst/>
          </a:prstGeom>
          <a:solidFill>
            <a:srgbClr val="DCEAF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9128" y="3831336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33B"/>
                </a:solidFill>
              </a:rPr>
              <a:t>Images ou videos des editions precedentes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36208" y="4379976"/>
            <a:ext cx="5138928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7620">
            <a:solidFill>
              <a:srgbClr val="CDD6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526280"/>
            <a:ext cx="173736" cy="173736"/>
          </a:xfrm>
          <a:prstGeom prst="ellipse">
            <a:avLst/>
          </a:prstGeom>
          <a:solidFill>
            <a:srgbClr val="DCEAF8"/>
          </a:solidFill>
          <a:ln w="8890">
            <a:solidFill>
              <a:srgbClr val="0057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39128" y="4544568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233B"/>
                </a:solidFill>
              </a:rPr>
              <a:t>Liens reseaux sociaux et personne responsable des validations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571500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1738A"/>
                </a:solidFill>
              </a:rPr>
              <a:t>Regle simple : le contenu est valide avant sa mise en ligne. Cela protege la qualite et la credibilite de l evenement.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HACK TANK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21240" y="292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B9CBDC"/>
                </a:solidFill>
              </a:rPr>
              <a:t>JCI SOUSSE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FA8BF"/>
                </a:solidFill>
              </a:rPr>
              <a:t>09 / VALIDATION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Les decisions a obtenir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400"/>
                </a:solidFill>
              </a:rPr>
              <a:t>a la fin de cette presentation.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404872"/>
            <a:ext cx="347472" cy="3474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2340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280160" y="24414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Valider les ecrans de la premiere version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64408"/>
            <a:ext cx="347472" cy="3474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7413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2340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80160" y="330098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Choisir la direction visuelle A, B ou 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3367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2340"/>
                </a:solidFill>
              </a:rPr>
              <a:t>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80160" y="4160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Nommer un responsable pour chaque groupe de contenu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91072" y="2404872"/>
            <a:ext cx="347472" cy="3474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51460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2340"/>
                </a:solidFill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39712" y="24414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Valider le parcours d'inscription et ses champs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91072" y="3264408"/>
            <a:ext cx="347472" cy="3474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337413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2340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839712" y="330098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Fixer la date de livraison des contenus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91072" y="4123944"/>
            <a:ext cx="347472" cy="34747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423367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2340"/>
                </a:solidFill>
              </a:rPr>
              <a:t>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39712" y="4160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Planifier la revue de maquette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5440680"/>
            <a:ext cx="10698480" cy="594360"/>
          </a:xfrm>
          <a:prstGeom prst="rect">
            <a:avLst/>
          </a:prstGeom>
          <a:solidFill>
            <a:srgbClr val="173B5E"/>
          </a:solidFill>
          <a:ln w="12700">
            <a:solidFill>
              <a:srgbClr val="315E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650992"/>
            <a:ext cx="10195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B400"/>
                </a:solidFill>
              </a:rPr>
              <a:t>Apres validation : maquette detaillee, revue avec le responsable, puis developpement et publication.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JCI Sousse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Tank - Proposition d interfaces et contenus</dc:title>
  <dc:subject>PptxGenJS Presentation</dc:subject>
  <dc:creator>JCI Sousse</dc:creator>
  <cp:lastModifiedBy>JCI Sousse</cp:lastModifiedBy>
  <cp:revision>1</cp:revision>
  <dcterms:created xsi:type="dcterms:W3CDTF">2026-08-31T15:26:24Z</dcterms:created>
  <dcterms:modified xsi:type="dcterms:W3CDTF">2026-08-31T15:26:24Z</dcterms:modified>
</cp:coreProperties>
</file>